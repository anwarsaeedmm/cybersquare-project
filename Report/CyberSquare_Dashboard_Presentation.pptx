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Square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Performance Dashboard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85800" y="301752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004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Multi-Page Analytics Platform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&amp; Streamlit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228600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133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Dashboard Pages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4114800"/>
            <a:ext cx="228600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4133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10+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Python Source Files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4114800"/>
            <a:ext cx="228600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4133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5+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9320" y="4434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4CC"/>
                </a:solidFill>
              </a:rPr>
              <a:t>Data Modules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25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What is Cyber Square Dashboard?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real-time, multi-page analytics platform for a tech training institute.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core operations: Admissions, Attendance, Courses, Staff, Classrooms &amp; Placements.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(Streamlit) for rapid, interactive web deployment.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data-driven decisions for institute management.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938528"/>
            <a:ext cx="347472" cy="347472"/>
          </a:xfrm>
          <a:prstGeom prst="ellipse">
            <a:avLst/>
          </a:prstGeom>
          <a:solidFill>
            <a:srgbClr val="E2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Python 3.x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21808" y="2121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Core language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2487168"/>
            <a:ext cx="347472" cy="347472"/>
          </a:xfrm>
          <a:prstGeom prst="ellipse">
            <a:avLst/>
          </a:prstGeom>
          <a:solidFill>
            <a:srgbClr val="E2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21808" y="2459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Streamlit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21808" y="2670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Web framework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035808"/>
            <a:ext cx="347472" cy="347472"/>
          </a:xfrm>
          <a:prstGeom prst="ellipse">
            <a:avLst/>
          </a:prstGeom>
          <a:solidFill>
            <a:srgbClr val="E2F4F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🐼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30083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Pandas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21808" y="3218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584448"/>
            <a:ext cx="347472" cy="347472"/>
          </a:xfrm>
          <a:prstGeom prst="ellipse">
            <a:avLst/>
          </a:prstGeom>
          <a:solidFill>
            <a:srgbClr val="E2F4F2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35570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Plotly / Altair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3767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Visualizations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4133088"/>
            <a:ext cx="347472" cy="347472"/>
          </a:xfrm>
          <a:prstGeom prst="ellipse">
            <a:avLst/>
          </a:prstGeom>
          <a:solidFill>
            <a:srgbClr val="E2F4F2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41056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CSV / Excel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21808" y="43159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sources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02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65760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📁 Real/  (Root)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📁 data/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9431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📁 pages/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Admissions.py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3911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Attendance.py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615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Classroom.py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8392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Courses.py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Overview.py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2872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Placement.py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5112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Staff.py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7353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Staff_Scheduling.py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3959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Students.py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1833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app.py  (Main entry)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407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design.py  (Theme/styling)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Key Architecture Facts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691640"/>
            <a:ext cx="3474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1828800"/>
            <a:ext cx="3657600" cy="6583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1883664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9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69280" y="1883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Dashboard Pages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0" y="2139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Each a standalone .py module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578608"/>
            <a:ext cx="3657600" cy="6583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37760" y="2633472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2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66928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Core Scripts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app.py + design.py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328416"/>
            <a:ext cx="3657600" cy="6583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38328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1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669280" y="33832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Data Folder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3639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Centralised CSV / Excel sources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4078224"/>
            <a:ext cx="3657600" cy="658368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37760" y="41330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∞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66928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Expandable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0" y="43891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New pages plug in via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PAGE 1: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The flagship home page — largest file at 40 KB, loaded with AI-generated insights.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109728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KPI Summary Cards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Total students enrolled, active batches, average attendance rate, placement success — all at a glance.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45920"/>
            <a:ext cx="109728" cy="14630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AI Insights Feed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208483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Auto-generated highlights surfaced from data, e.g. 'Data Science with Python is the largest enrolled course.'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91840"/>
            <a:ext cx="109728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Cross-Module Charts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73075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Trend lines, enrollment over time, attendance heat-map, and course comparison charts.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91840"/>
            <a:ext cx="109728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Alert Banners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73075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Flagged anomalies like 'DevOps has the lowest average attendance and needs intervention.'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PAGES 2 &amp; 3: STUDENTS &amp; ADMISSIONS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👨‍🎓 Students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Student roster with batch, course &amp; status filters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Enrollment trend over months/batches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Dropout vs active vs completed breakdown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Performance distribution by course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Individual student profile lookup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11480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887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🎓 Admissions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Enquiry funnel: leads → enrolled conversion rate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Location-wise enquiry map (Kottayam leads!)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Source of enquiry breakdown (online/walk-in/referral)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Monthly admissions trend chart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Counsellor performance tracking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PAGES 4 &amp; 5: ATTENDANCE &amp; COURSES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114800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📅 Attendance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124358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 KB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Daily/weekly/monthly attendance heatmap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Course-wise average attendance percentage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At-risk students (&lt; 75% threshold) alerts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Batch-level attendance trends over time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DevOps &amp; low-attendance course flags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41148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📚 Courses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124358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KB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Active courses with enrollment counts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Data Science with Python — flagship &amp; largest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Course duration, fee structure overview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Batch schedule and seat availability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0D1B3E"/>
                </a:solidFill>
              </a:rPr>
              <a:t>Course completion and pass rate stats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PAGES 6, 7 &amp; 8: STAFF, SCHEDULING &amp; CLASSROOM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06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834640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188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👩‍💼 Staff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12435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 KB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Staff roster with roles &amp; departments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Workload per trainer distribution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Salary band &amp; joining date analytics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Performance and feedback ratings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83464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188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🗓 Scheduling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2435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16 KB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7830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Weekly timetable by course &amp; batch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Trainer–course assignment matrix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Conflict detection for double bookings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Holiday &amp; leave impact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83464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188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🏫 Classroom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12435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16 KB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1783080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Room utilisation heatmap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Capacity vs. occupancy per batch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Lab vs. theory room allocation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0D1B3E"/>
                </a:solidFill>
              </a:rPr>
              <a:t>Peak-hour usage patterns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PAGE 9: PLACEMENT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Placement is the ultimate outcome metric — this page tracks student success post-training.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Placement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% of eligible students placed in companies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737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194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Salary Analytics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Average, min &amp; max CTC across batches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2461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Company Tracker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Hiring companies, roles, and hiring counts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2461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📆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Time-to-Placement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087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Days from course completion to first offer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8463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4937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9184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Course-wise Stats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5687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Which courses yield highest placement rates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4846320"/>
            <a:ext cx="26517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4937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126480" y="5394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Location Heatmap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5687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Geographic spread of hiring companies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INSIGHTS FROM THE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08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1556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1024128"/>
            <a:ext cx="7589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115568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 Science with Python is the largest enrolled course and acts as the flagship program.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110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1819656"/>
            <a:ext cx="7589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911096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DevOps has the lowest average attendance and requires immediate intervention.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" y="2615184"/>
            <a:ext cx="7589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706624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Kottayam is the strongest enquiry location for new admissions.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0215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43000" y="3410712"/>
            <a:ext cx="7589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350215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Placement rate and salary analytics are tracked per course batch for actionable comparison.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🏫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3000" y="4206240"/>
            <a:ext cx="75895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429768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Classroom utilisation patterns reveal peak-hour bottlenecks that can be optimised.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IT WORKS – ARCHITECTURE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09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1463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Data Sources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24231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CSV / Excel files stored in /data folder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01368" y="2578608"/>
            <a:ext cx="201168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892808" y="24871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57400" y="137160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371600"/>
            <a:ext cx="146304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1463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30552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30552" y="24231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Pandas reads, cleans &amp; aggregates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38728" y="2578608"/>
            <a:ext cx="201168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30168" y="24871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794760" y="137160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94760" y="1371600"/>
            <a:ext cx="146304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146304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867912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Visualisation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67912" y="24231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Plotly / Altair generates interactive charts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76088" y="2578608"/>
            <a:ext cx="201168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367528" y="24871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32120" y="137160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32120" y="1371600"/>
            <a:ext cx="1463040" cy="7315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2" name="Shape 30"/>
          <p:cNvSpPr/>
          <p:nvPr/>
        </p:nvSpPr>
        <p:spPr>
          <a:xfrm>
            <a:off x="6035040" y="146304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05272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Streamlit App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05272" y="24231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app.py routes users to 9 page modules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13448" y="2578608"/>
            <a:ext cx="201168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7104888" y="2487168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69480" y="1371600"/>
            <a:ext cx="1463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69480" y="1371600"/>
            <a:ext cx="146304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342632" y="20116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Browser UI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42632" y="242316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Users see live dashboard at localhost:8501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E2F4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🚀  Deployment: Run `streamlit run app.py` — the multi-page sidebar automatically discovers all modules in the /pages folder. Deployable to Streamlit Community Cloud with a single GitHub push.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05840"/>
            <a:ext cx="7772400" cy="30175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Cyber Square Institute Performance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786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CC"/>
                </a:solidFill>
              </a:rPr>
              <a:t>Built with Python · Streamlit · Pandas · Plotly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B4CC"/>
                </a:solidFill>
              </a:rPr>
              <a:t>9 Pages · Real-time Analytics · AI Insights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Overview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58568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258568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Students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1336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831336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Admissions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04104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04104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Attendance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76872" y="393192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76872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Courses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43434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Staff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58568" y="43434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258568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Scheduling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31336" y="43434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831336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Classroom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04104" y="434340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0D9488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04104" y="4343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Placement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Square Institute – Performance Dashboard</dc:title>
  <dc:subject>PptxGenJS Presentation</dc:subject>
  <dc:creator>PptxGenJS</dc:creator>
  <cp:lastModifiedBy>PptxGenJS</cp:lastModifiedBy>
  <cp:revision>1</cp:revision>
  <dcterms:created xsi:type="dcterms:W3CDTF">2026-05-12T04:54:45Z</dcterms:created>
  <dcterms:modified xsi:type="dcterms:W3CDTF">2026-05-12T04:54:45Z</dcterms:modified>
</cp:coreProperties>
</file>