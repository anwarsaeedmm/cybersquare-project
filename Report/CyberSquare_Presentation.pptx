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Square Institute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Dashboard Project Report</a:t>
            </a:r>
          </a:p>
          <a:p>
            <a:r>
              <a:t>Spring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is scattered</a:t>
            </a:r>
          </a:p>
          <a:p>
            <a:r>
              <a:t>No centralized insights</a:t>
            </a:r>
          </a:p>
          <a:p>
            <a:r>
              <a:t>Need dashboard for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datasets</a:t>
            </a:r>
          </a:p>
          <a:p>
            <a:r>
              <a:t>Analyze performance</a:t>
            </a:r>
          </a:p>
          <a:p>
            <a:r>
              <a:t>Visualize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In: Students, Attendance, Placement</a:t>
            </a:r>
          </a:p>
          <a:p>
            <a:r>
              <a:t>Out: Real-time systems, AI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200 Students</a:t>
            </a:r>
          </a:p>
          <a:p>
            <a:r>
              <a:t>84.1% Attendance</a:t>
            </a:r>
          </a:p>
          <a:p>
            <a:r>
              <a:t>35.5% Placement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Online: 99</a:t>
            </a:r>
          </a:p>
          <a:p>
            <a:r>
              <a:t>Offline: 101</a:t>
            </a:r>
          </a:p>
          <a:p>
            <a:r>
              <a:t>UG Majority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Top: Data Science</a:t>
            </a:r>
          </a:p>
          <a:p>
            <a:r>
              <a:t>Then Python, React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474 inquiries</a:t>
            </a:r>
          </a:p>
          <a:p>
            <a:r>
              <a:t>42.2% conversion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Avg 84%</a:t>
            </a:r>
          </a:p>
          <a:p>
            <a:r>
              <a:t>4% critical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71 placed</a:t>
            </a:r>
          </a:p>
          <a:p>
            <a:r>
              <a:t>65 not placed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 staff</a:t>
            </a:r>
          </a:p>
          <a:p>
            <a:r>
              <a:t>65% teaching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rooms</a:t>
            </a:r>
          </a:p>
          <a:p>
            <a:r>
              <a:t>100% utilization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Data Science</a:t>
            </a:r>
          </a:p>
          <a:p>
            <a:r>
              <a:t>Good attendance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MERN placement</a:t>
            </a:r>
          </a:p>
          <a:p>
            <a:r>
              <a:t>Low conversion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training</a:t>
            </a:r>
          </a:p>
          <a:p>
            <a:r>
              <a:t>Placement drives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courses</a:t>
            </a:r>
          </a:p>
          <a:p>
            <a:r>
              <a:t>Improve conversion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Members</a:t>
            </a:r>
          </a:p>
          <a:p>
            <a:r>
              <a:t>2 datasets each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dashboard</a:t>
            </a:r>
          </a:p>
          <a:p>
            <a:r>
              <a:t>Better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